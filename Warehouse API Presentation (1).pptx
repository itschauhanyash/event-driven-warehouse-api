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  <p:embeddedFont>
      <p:font typeface="Urbanist Black"/>
      <p:bold r:id="rId25"/>
      <p:boldItalic r:id="rId26"/>
    </p:embeddedFont>
    <p:embeddedFont>
      <p:font typeface="Urbanist ExtraBold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Black-boldItalic.fntdata"/><Relationship Id="rId25" Type="http://schemas.openxmlformats.org/officeDocument/2006/relationships/font" Target="fonts/UrbanistBlack-bold.fntdata"/><Relationship Id="rId28" Type="http://schemas.openxmlformats.org/officeDocument/2006/relationships/font" Target="fonts/UrbanistExtraBold-boldItalic.fntdata"/><Relationship Id="rId27" Type="http://schemas.openxmlformats.org/officeDocument/2006/relationships/font" Target="fonts/Urbanis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UrbanistMedium-boldItalic.fntdata"/><Relationship Id="rId19" Type="http://schemas.openxmlformats.org/officeDocument/2006/relationships/font" Target="fonts/UrbanistSemiBold-italic.fntdata"/><Relationship Id="rId18" Type="http://schemas.openxmlformats.org/officeDocument/2006/relationships/font" Target="fonts/Urbanis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19.png"/><Relationship Id="rId9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5510975"/>
            <a:ext cx="1047750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95325" y="2038102"/>
            <a:ext cx="110013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0F172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How I Built an Event-Driven API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00" u="none" cap="none" strike="noStrike">
                <a:solidFill>
                  <a:srgbClr val="0F172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for High-Volume Warehouse Operations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57250" y="5042161"/>
            <a:ext cx="10477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Solving the "Peak Load" scaling problem with C# and RabbitMQ</a:t>
            </a:r>
            <a:endParaRPr b="1"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9550" y="59348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63" y="68247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7363" y="682477"/>
            <a:ext cx="666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15113" y="682477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1704975" y="857250"/>
            <a:ext cx="9629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Issue with Traditional APIs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8572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857250" y="4168229"/>
            <a:ext cx="10477500" cy="1455241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38250" y="4549229"/>
            <a:ext cx="971550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F1239"/>
                </a:solidFill>
                <a:latin typeface="Urbanist"/>
                <a:ea typeface="Urbanist"/>
                <a:cs typeface="Urbanist"/>
                <a:sym typeface="Urbanist"/>
              </a:rPr>
              <a:t>The Result:</a:t>
            </a:r>
            <a:r>
              <a:rPr b="0" i="0" lang="en-US" sz="2100" u="none" cap="none" strike="noStrike">
                <a:solidFill>
                  <a:srgbClr val="9F1239"/>
                </a:solidFill>
                <a:latin typeface="Urbanist"/>
                <a:ea typeface="Urbanist"/>
                <a:cs typeface="Urbanist"/>
                <a:sym typeface="Urbanist"/>
              </a:rPr>
              <a:t> Scanners freeze, workers wait, and the warehouse floor comes to a standstill.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857250" y="4168229"/>
            <a:ext cx="76200" cy="145524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285875" y="2472779"/>
            <a:ext cx="10048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During peak sales events, thousands of items are scanned simultaneously.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85875" y="3082379"/>
            <a:ext cx="10048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Database locks during synchronous processing cause API timeouts.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2377529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F4444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2987129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F4444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2055614"/>
            <a:ext cx="10477500" cy="3832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0" y="3861494"/>
            <a:ext cx="9334500" cy="145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781175" y="857250"/>
            <a:ext cx="9553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Event-Driven Architecture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857250"/>
            <a:ext cx="6858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428750" y="2627114"/>
            <a:ext cx="9334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API acts as a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Front Door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, decoupling the receipt of data from the processing logic.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1781175" y="857250"/>
            <a:ext cx="9553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Powered By Modern Tech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857250"/>
            <a:ext cx="6858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23431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550" y="2343150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57300" y="461575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6550" y="461575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914525" y="2343150"/>
            <a:ext cx="377047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.NET 8 Ecosystem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914525" y="2847975"/>
            <a:ext cx="35909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High-performance REST controllers and hosted Background Services.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296150" y="2343150"/>
            <a:ext cx="382047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RabbitMQ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296150" y="2847975"/>
            <a:ext cx="36385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Reliable message brokering that ensures no scan data is ever lost.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914525" y="4615755"/>
            <a:ext cx="377047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Docker Compose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914525" y="5120580"/>
            <a:ext cx="35909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Unified container orchestration for the API, Broker, and Monitoring.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343775" y="4615755"/>
            <a:ext cx="377047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Telemetry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343775" y="5120580"/>
            <a:ext cx="35909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Live monitoring via Prometheus and Grafana for system health.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268775"/>
            <a:ext cx="10477500" cy="117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2638440"/>
            <a:ext cx="10477500" cy="117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008105"/>
            <a:ext cx="10477500" cy="117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5377770"/>
            <a:ext cx="10477500" cy="117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7300" y="159634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7300" y="296601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7300" y="4335676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7300" y="570534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857375" y="182925"/>
            <a:ext cx="947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Complete Data Flow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182925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2114550" y="1525950"/>
            <a:ext cx="52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Request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2114550" y="1897425"/>
            <a:ext cx="560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Handheld scan triggers POST /api/warehouse/allocate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2114550" y="2895615"/>
            <a:ext cx="536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Publish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2114550" y="3267100"/>
            <a:ext cx="607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Controller serializes payload and drops it into RabbitMQ.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114550" y="4265280"/>
            <a:ext cx="50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Response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114550" y="4636750"/>
            <a:ext cx="560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API returns 200 OK immediately (Sub-5ms response).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2114550" y="5634945"/>
            <a:ext cx="61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Consume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2114550" y="6006425"/>
            <a:ext cx="6839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Worker service pulls from queue and updates the SQL database.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500" y="1208863"/>
            <a:ext cx="10477500" cy="1651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500" y="3146157"/>
            <a:ext cx="10477500" cy="1651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500" y="5083454"/>
            <a:ext cx="10477500" cy="165154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1625225" y="123013"/>
            <a:ext cx="9629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Why use this Architecture?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500" y="123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1368050" y="1608913"/>
            <a:ext cx="986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Zero Downtime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368050" y="2113738"/>
            <a:ext cx="9391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queue buffers traffic even if the database is busy or down.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368050" y="3546207"/>
            <a:ext cx="986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Speed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368050" y="4051033"/>
            <a:ext cx="9391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Workers get instant feedback, increasing picking/packing rates.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368050" y="5483504"/>
            <a:ext cx="986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Elastic Scaling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368050" y="5988329"/>
            <a:ext cx="9391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Scale background consumers horizontally to meet throughput demands.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-3347475" y="1981200"/>
            <a:ext cx="918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4618583"/>
            <a:ext cx="104775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1458217"/>
            <a:ext cx="10477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95312" y="2791717"/>
            <a:ext cx="11001375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0F172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Check out the Code!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57250" y="3789908"/>
            <a:ext cx="10477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github.com/Itschauhanyash/event-driven-warehouse-api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